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321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DEMONSTRATION &amp; USER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dispensary e-commerce platform —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storefront, per-store Dutchie menus, and a full admin console.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12801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
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https://demotest-web.onrender.com</a:t>
            </a:r>
            <a:pPr indent="0" marL="0">
              <a:buNone/>
            </a:pPr>
            <a:r>
              <a:rPr lang="en-US" sz="13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login: /admin/login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49640" y="16002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549640" y="181965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6 · Tailwind 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49640" y="23500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49640" y="256946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 · MySQL (TiDB)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49640" y="309981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49640" y="33192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free tier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49640" y="384962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49640" y="406908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Dutchie embedded ordering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49640" y="459943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49640" y="48188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DB-driven, admin-editable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getting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566160" cy="320040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37360"/>
            <a:ext cx="35661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938528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storefront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23774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pages: Home, About, Pages, Blog, FAQs, Careers, Contact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site search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metadata, sitemap.xml, robots.txt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referral signup form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566160" cy="320040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737360"/>
            <a:ext cx="35661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938528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menus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54296" y="23774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picker at /shop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Dutchie menu at /shop/:store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Open-now / closed status from real hours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stores seeded with hours and events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66160" cy="320040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35661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449056" y="1938528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49056" y="23774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all page content without code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navigation menu manager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FAQ, careers and media CMS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permissions and audit logs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one database, no manual file editing required to maintain day-to-day content.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links &amp;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040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https://demotest-web.onrender.com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menu picker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https://demotest-web.onrender.com/shop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store menu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https://demotest-web.onrender.com/shop/pittsburgh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https://demotest-web.onrender.com/admin/login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health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https://demotest-api.onrender.com/api/health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01000" y="169164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18379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credentials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83880" y="2167128"/>
            <a:ext cx="34290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 admin@demotest.test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 Admin123!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/admin/login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this before any real use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206240"/>
            <a:ext cx="7040880" cy="1554480"/>
          </a:xfrm>
          <a:prstGeom prst="roundRect">
            <a:avLst>
              <a:gd name="adj" fmla="val 3529"/>
            </a:avLst>
          </a:prstGeom>
          <a:solidFill>
            <a:srgbClr val="F5F8F6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3525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seeded and ready to demo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4681728"/>
            <a:ext cx="66751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stores · 3 menus / 26 nav items · 6 blog posts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home sections · 7 about sections · 3 pages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FAQs · 5 careers · 3 hero banners · 4 users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01000" y="4206240"/>
            <a:ext cx="3794760" cy="1554480"/>
          </a:xfrm>
          <a:prstGeom prst="roundRect">
            <a:avLst>
              <a:gd name="adj" fmla="val 3529"/>
            </a:avLst>
          </a:prstGeom>
          <a:solidFill>
            <a:srgbClr val="FFF7E6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3880" y="43525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 first load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183880" y="4681728"/>
            <a:ext cx="3429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services sleep when idle.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request after a break may take 30–60s.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requests are fast.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2651760" cy="1371600"/>
          </a:xfrm>
          <a:prstGeom prst="roundRect">
            <a:avLst/>
          </a:prstGeom>
          <a:solidFill>
            <a:srgbClr val="E8F1EA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67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47872" y="2606040"/>
            <a:ext cx="411480" cy="365760"/>
          </a:xfrm>
          <a:prstGeom prst="rightArrow">
            <a:avLst/>
          </a:prstGeom>
          <a:solidFill>
            <a:srgbClr val="2E7D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2103120"/>
            <a:ext cx="2651760" cy="1371600"/>
          </a:xfrm>
          <a:prstGeom prst="roundRect">
            <a:avLst/>
          </a:prstGeom>
          <a:solidFill>
            <a:srgbClr val="E8F1EA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267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demotest-web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SPA + deep links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65392" y="2606040"/>
            <a:ext cx="411480" cy="365760"/>
          </a:xfrm>
          <a:prstGeom prst="rightArrow">
            <a:avLst/>
          </a:prstGeom>
          <a:solidFill>
            <a:srgbClr val="2E7D32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2103120"/>
            <a:ext cx="2651760" cy="1371600"/>
          </a:xfrm>
          <a:prstGeom prst="roundRect">
            <a:avLst/>
          </a:prstGeom>
          <a:solidFill>
            <a:srgbClr val="1B5E20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267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 on Render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7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82912" y="2606040"/>
            <a:ext cx="411480" cy="365760"/>
          </a:xfrm>
          <a:prstGeom prst="rightArrow">
            <a:avLst/>
          </a:prstGeom>
          <a:solidFill>
            <a:srgbClr val="2E7D32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0" y="2103120"/>
            <a:ext cx="1920240" cy="1371600"/>
          </a:xfrm>
          <a:prstGeom prst="roundRect">
            <a:avLst/>
          </a:prstGeom>
          <a:solidFill>
            <a:srgbClr val="E8F1EA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267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Cloud (free)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tables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94760" y="36118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HTTPS  ·  access via Authorization or httpOnly cookie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52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4681728"/>
            <a:ext cx="32004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React Router 6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credentials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for per-page SEO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reloads — SPA routing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4206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352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4681728"/>
            <a:ext cx="32004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 + mysql2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(7-day expiry)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Helmet CSP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4206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352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12480" y="4681728"/>
            <a:ext cx="32004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Dutchie embedded ordering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imagery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all 5 stores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customer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1153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DB-driven: 3 hero banners, 9 editable sections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7 content sections, fully editable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— 3 long-form articles (patient guide, dispensary etiquette, loyalty terms)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— 6 posts with categories, tags, reading time and share links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 — 10 entries grouped into customer-facing categories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— 5 open positions with location/type filters and an application form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enquiry form that writes directly into the database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full-text search across site content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metadata per route, sitemap.xml and robots.txt auto-generated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Dutchie menu ordering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28216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/shop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selector grid with address and hours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185416"/>
            <a:ext cx="0" cy="283464"/>
          </a:xfrm>
          <a:prstGeom prst="line">
            <a:avLst/>
          </a:prstGeom>
          <a:noFill/>
          <a:ln w="19050">
            <a:solidFill>
              <a:srgbClr val="C3D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505456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770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links to its own URL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2962656"/>
            <a:ext cx="0" cy="283464"/>
          </a:xfrm>
          <a:prstGeom prst="line">
            <a:avLst/>
          </a:prstGeom>
          <a:noFill/>
          <a:ln w="19050">
            <a:solidFill>
              <a:srgbClr val="C3D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/shop/:store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547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header, breadcrumb, map &amp; call actions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3739896"/>
            <a:ext cx="0" cy="283464"/>
          </a:xfrm>
          <a:prstGeom prst="line">
            <a:avLst/>
          </a:prstGeom>
          <a:noFill/>
          <a:ln w="19050">
            <a:solidFill>
              <a:srgbClr val="C3D3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59936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2588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Dutchie embed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3251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Full-height iframe loaded from the configured URL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4517136"/>
            <a:ext cx="0" cy="283464"/>
          </a:xfrm>
          <a:prstGeom prst="line">
            <a:avLst/>
          </a:prstGeom>
          <a:noFill/>
          <a:ln w="19050">
            <a:solidFill>
              <a:srgbClr val="C3D3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837176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32588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5102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completes ordering on Dutchie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169164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8379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store status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92240" y="2167128"/>
            <a:ext cx="48463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real opening hours to the visitor's clock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"Open Now" or "Closed" per store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holiday overrides from the database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97764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1239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92240" y="4453128"/>
            <a:ext cx="4846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URL keeps the menu working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Always-visible "open in new tab" link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customers back if embed is blocked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navigation menus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11535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is stored in the database — not hardcoded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menu regions: Header, Mobile drawer, Footer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rename, reorder, disable or delete items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supports external links or site-relative paths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menus are excluded from the public site immediately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fallback renders if the API is unreachable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9768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92240" y="4297680"/>
            <a:ext cx="5029200" cy="1508760"/>
          </a:xfrm>
          <a:prstGeom prst="roundRect">
            <a:avLst>
              <a:gd name="adj" fmla="val 3636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44439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at /admin/menus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75120" y="4773168"/>
            <a:ext cx="46634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labels, URLs and sort order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Drag-free reorder with up/down controls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storefront on next refresh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programme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115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at /rewards — no reload, smooth scroll to the form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form: name, email, phone, date of birth, store preference, consent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client-side, then persisted to the contact database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"Join Us" call-to-action links straight into the form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terms published as a DB-driven page (loyalty-program-terms)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and copy fully editable from the admin console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911535" cy="1280160"/>
          </a:xfrm>
          <a:prstGeom prst="roundRect">
            <a:avLst>
              <a:gd name="adj" fmla="val 4286"/>
            </a:avLst>
          </a:prstGeom>
          <a:solidFill>
            <a:srgbClr val="F5F8F6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18304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the client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047488"/>
            <a:ext cx="1054577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works out of the box, and the copy can be rewritten by a non-technical marketing team without a developer or a redeploy.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can manage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28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671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banners and 9 layout sections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69164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69164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828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1671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content sections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69164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828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1671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publish, schedule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169164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169164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1828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21671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categories, tags, status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10896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2461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584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answers, categories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10896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10896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2461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160" y="3584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locations, job types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10896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10896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2461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3584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hours, holidays, events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869680" y="310896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0" y="310896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32461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52560" y="3584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/ mobile / footer navigation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52628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52628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663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5001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 and library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83280" y="452628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0" y="452628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6" name="Text 44"/>
          <p:cNvSpPr/>
          <p:nvPr/>
        </p:nvSpPr>
        <p:spPr>
          <a:xfrm>
            <a:off x="3566160" y="4663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66160" y="5001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Site-wide key/value configuration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26480" y="452628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452628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663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09360" y="5001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social image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869680" y="4526280"/>
            <a:ext cx="2560320" cy="1234440"/>
          </a:xfrm>
          <a:prstGeom prst="roundRect">
            <a:avLst/>
          </a:prstGeom>
          <a:solidFill>
            <a:srgbClr val="F5F8F6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0" y="452628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4" name="Text 52"/>
          <p:cNvSpPr/>
          <p:nvPr/>
        </p:nvSpPr>
        <p:spPr>
          <a:xfrm>
            <a:off x="9052560" y="4663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052560" y="5001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permissions, audit trail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permissions &amp; audit trail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5513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admin@demotest.test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Everything, including users &amp; permissions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subadmin@demotest.test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content management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Manager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manager@demotest.test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to assigned store content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marketing@demotest.test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Pages, blog, FAQs, media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11480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611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server-side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590288"/>
            <a:ext cx="32004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route re-checks permission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a menu is never the security layer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411480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42611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17720" y="4590288"/>
            <a:ext cx="32004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write an audit row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who changed what and when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411480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42611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412480" y="4590288"/>
            <a:ext cx="32004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hashed, never stored in plain text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session token, logout clears cookie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1153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— never logged or returned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 with a server-side secret, 7-day expiry, httpOnly cookie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permissions enforced by requirePermission middleware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public endpoints (reduces brute-force and spam)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sets security headers and a restrictive Content-Security-Policy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locked to the exact deployed frontend origin — no wildcard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 throughout — no string-built queries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all write endpoints; audit trail on admin changes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Method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/api/health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/api/home/banners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/api/home/sections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/api/about/sections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/api/pages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/api/pages/:slug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/api/menus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/api/blog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/api/faqs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Method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/api/careers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/api/search?q=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/api/dutchie/config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/api/stores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/api/stores/slug/:slug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/api/auth/login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/api/auth/me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GET/POST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/api/admin/* (auth)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/api/contact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are JSON. Protected routes accept a Bearer token or an httpOnly cookie.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environment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4873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demotest-web (Render, static)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build → ./dist, SPA deep-link rewrite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demotest-api (Render, Node)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/api/health, auto-deploy on push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TiDB Cloud serverless (MySQL)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required, 23 tables, seeded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— demotest-cannabis-demo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driven by render.yaml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397764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239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commands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453128"/>
            <a:ext cx="50292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db:schema — apply schema (idempotent)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seed — load demo content (wipes edits)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the local MySQL or TiDB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397764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E8F1EA"/>
          </a:solidFill>
          <a:ln w="12700">
            <a:solidFill>
              <a:srgbClr val="CDDC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41239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behaviour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0" y="4453128"/>
            <a:ext cx="47548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sleep after ~15 min idle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request after idle ≈ 30–60s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plan removes cold starts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walkthrough for your 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1673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tour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1984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hero, About, Blog, FAQs, Careers — emphasise everything is DB-driven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9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86016" y="1673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SEO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86016" y="1984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search, then show sitemap.xml and per-page metadata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296" y="2816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3127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the signup form via the Community "Join Us" CTA, submit a test entry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86016" y="2816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menus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86016" y="3127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/shop → pick a store → show the live Dutchie menu and Open/Closed status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5296" y="3959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25296" y="4270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/admin/login with admin@demotest.test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3977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86016" y="3959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86016" y="4270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home section or hero banner and refresh the storefront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120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120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25296" y="5102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25296" y="5413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/admin/menus — add a nav item, reorder, disable it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0" y="5120640"/>
            <a:ext cx="420624" cy="42062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120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86016" y="51023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86016" y="54132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four user accounts and their differing access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recommended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327648"/>
            <a:ext cx="10911535" cy="10973"/>
          </a:xfrm>
          <a:prstGeom prst="rect">
            <a:avLst/>
          </a:prstGeom>
          <a:solidFill>
            <a:srgbClr val="D8E2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Dispensary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52395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login on live 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change 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COOKIE_SAMESITE=none on demotest-api (1 setting)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visibility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(to allow deploy)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switch back to private after deploy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credentials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Rotated recommended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test API keys created during setup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imagery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stock images with approved brand assets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deliverability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in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contact/newsletter to a real mail 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cold 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to a paid plan for always-on hosting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074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storefront, admin console, menus, blog, careers, contact, search, SEO and the Dutchie flow — is live and verified.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content-manageable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dispensary platform — delivered.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Storefront, admin console and per-store Dutchie menus all working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visible word of content is editable without touching code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permissions and audit logging built in from the start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C9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with a hosted MySQL database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0" y="3200400"/>
            <a:ext cx="23774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3383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7F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demotest-web.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onrender.com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5852160"/>
            <a:ext cx="10515600" cy="10973"/>
          </a:xfrm>
          <a:prstGeom prst="rect">
            <a:avLst/>
          </a:prstGeom>
          <a:solidFill>
            <a:srgbClr val="2A443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 Cannabis Co. — Client Demonstration &amp; User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DemoTest Cannabis Co. — Client User Guide</dc:title>
  <dc:subject>PptxGenJS Presentation</dc:subject>
  <dc:creator>DemoTest Cannabis Co.</dc:creator>
  <cp:lastModifiedBy>DemoTest Cannabis Co.</cp:lastModifiedBy>
  <cp:revision>1</cp:revision>
  <dcterms:created xsi:type="dcterms:W3CDTF">2026-10-07T17:41:28Z</dcterms:created>
  <dcterms:modified xsi:type="dcterms:W3CDTF">2026-10-07T17:41:28Z</dcterms:modified>
</cp:coreProperties>
</file>